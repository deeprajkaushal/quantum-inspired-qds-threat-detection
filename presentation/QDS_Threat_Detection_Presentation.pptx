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Quantum-Inspired Cyber Threat Detection for QDS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Teleportation-Based Quantum Digital Signature Verification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? Simulation of Bell-State Entanglement and Quantum Teleportation Pipeline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? Detection of Signature Forgery, Impersonation, Replay, Noise, and Unauthorized Verification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? Transparent NumPy Mathematical Modeling and Statistical Threshold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Problem and Motivation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Post-Quantum Cryptography Threat to Classical Digital Signatures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? Classical asymmetric signatures (RSA, ECDSA) are vulnerable to Shor's algorithm on quantum computers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? Quantum Digital Signatures (QDS) offer information-theoretic security based on quantum physics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? Need for demonstrable simulation tools to study QDS threat detection against cyber attacks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Proposed Framework Architecture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Dual-Layer Integrity: Classical SHA-256 and Quantum Teleportation State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? Classical Metadata Layer: SHA-256 message digest, nonce freshness, sender identity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? Quantum Signature Layer: Prepared sequence of Pauli eigenstates (|0&gt;, |+&gt;, |+i&gt;)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? Teleportation Receiver: Applies Pauli corrections (I, X, Z, ZX) based on Bell measurement bits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Quantum Mechanics &amp; Teleportation Model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Simulated Entanglement, Pauli Correction, and Projective Measurements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? Entanglement: Bell pairs |Phi+&gt; = 1/sqrt(2)(|00&gt; + |11&gt;) generated via Hadamard and CNOT gates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? Quantum Teleportation: 2-bit classical transmission feedforward to reconstruct quantum states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? Projective Measurement: Measurement in Z, X, and Y bases to evaluate empirical state fidelity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Threat Detection &amp; Attack Scenarios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Comprehensive Simulation of 6 Distinct Security Attack Vector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? Signature Forgery: Detects state/basis tampering via elevated measurement error rate (&gt; 50%)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? Sender Impersonation: Catches unauthorized identity key mismatches and invalid digests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? Replay Attack: In-memory session ledger flags reused signature nonces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? Channel Manipulation: Evaluates bit/phase flip noise impact against configurable threshold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Prototype Demonstration &amp; Empirical Results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Statistical Threat Engine &amp; 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? Statistical Rules: Error Rate &lt;= Threshold -&gt; ACCEPT; Error Rate &gt; Threshold -&gt; REJECT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? Forgery Probability: Empirical estimation derived from projective measurement discrepancies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? 1-Click Demo Modes: Real-time demonstration of all 6 attack scenarios in under 2 minutes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Impact, Limitations &amp; Future Roadmap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Academic Significance and Software Simulation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? Academic Impact: Educational framework for quantum cybersecurity research and viva defense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? Explicit Limitation: Classical software simulation using NumPy; does not physical QKD hardware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? Future Scope: Integration with Qiskit/Pennylane hardware backends and optical channel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